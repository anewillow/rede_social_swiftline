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17f00c356a47ca" /><Relationship Type="http://schemas.openxmlformats.org/officeDocument/2006/relationships/extended-properties" Target="/docProps/app.xml" Id="Re6a034790ac644b3" /><Relationship Type="http://schemas.openxmlformats.org/officeDocument/2006/relationships/officeDocument" Target="/ppt/presentation.xml" Id="R7e6c4452d09b4c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527d4db1db4909"/>
  </p:sldMasterIdLst>
  <p:notesMasterIdLst>
    <p:notesMasterId xmlns:r="http://schemas.openxmlformats.org/officeDocument/2006/relationships" r:id="R0611e7b6b0024f1d"/>
  </p:notesMasterIdLst>
  <p:sldIdLst>
    <p:sldId xmlns:r="http://schemas.openxmlformats.org/officeDocument/2006/relationships" id="256" r:id="R5c1b1628335a4869"/>
    <p:sldId xmlns:r="http://schemas.openxmlformats.org/officeDocument/2006/relationships" id="257" r:id="Rfb29d8d09a2249a8"/>
    <p:sldId xmlns:r="http://schemas.openxmlformats.org/officeDocument/2006/relationships" id="258" r:id="Ra3d539306cc9460e"/>
    <p:sldId xmlns:r="http://schemas.openxmlformats.org/officeDocument/2006/relationships" id="259" r:id="Rbc4869d625ca41f7"/>
    <p:sldId xmlns:r="http://schemas.openxmlformats.org/officeDocument/2006/relationships" id="260" r:id="R781bc2af6e674c03"/>
    <p:sldId xmlns:r="http://schemas.openxmlformats.org/officeDocument/2006/relationships" id="261" r:id="R32a8d6e9602f4845"/>
    <p:sldId xmlns:r="http://schemas.openxmlformats.org/officeDocument/2006/relationships" id="262" r:id="R076f4cc894904d5e"/>
    <p:sldId xmlns:r="http://schemas.openxmlformats.org/officeDocument/2006/relationships" id="263" r:id="R04335ffe731f49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c8cb5371464d66" /><Relationship Type="http://schemas.openxmlformats.org/officeDocument/2006/relationships/slideMaster" Target="/ppt/slideMasters/slideMaster1.xml" Id="R7b527d4db1db4909" /><Relationship Type="http://schemas.openxmlformats.org/officeDocument/2006/relationships/notesMaster" Target="/ppt/notesMasters/notesMaster1.xml" Id="R0611e7b6b0024f1d" /><Relationship Type="http://schemas.openxmlformats.org/officeDocument/2006/relationships/presProps" Target="/ppt/presProps.xml" Id="R539f38cb2a6a4213" /><Relationship Type="http://schemas.openxmlformats.org/officeDocument/2006/relationships/tableStyles" Target="/ppt/tableStyles.xml" Id="R5e2e02ea125f405a" /><Relationship Type="http://schemas.openxmlformats.org/officeDocument/2006/relationships/slide" Target="/ppt/slides/slide1.xml" Id="R5c1b1628335a4869" /><Relationship Type="http://schemas.openxmlformats.org/officeDocument/2006/relationships/slide" Target="/ppt/slides/slide2.xml" Id="Rfb29d8d09a2249a8" /><Relationship Type="http://schemas.openxmlformats.org/officeDocument/2006/relationships/slide" Target="/ppt/slides/slide3.xml" Id="Ra3d539306cc9460e" /><Relationship Type="http://schemas.openxmlformats.org/officeDocument/2006/relationships/slide" Target="/ppt/slides/slide4.xml" Id="Rbc4869d625ca41f7" /><Relationship Type="http://schemas.openxmlformats.org/officeDocument/2006/relationships/slide" Target="/ppt/slides/slide5.xml" Id="R781bc2af6e674c03" /><Relationship Type="http://schemas.openxmlformats.org/officeDocument/2006/relationships/slide" Target="/ppt/slides/slide6.xml" Id="R32a8d6e9602f4845" /><Relationship Type="http://schemas.openxmlformats.org/officeDocument/2006/relationships/slide" Target="/ppt/slides/slide7.xml" Id="R076f4cc894904d5e" /><Relationship Type="http://schemas.openxmlformats.org/officeDocument/2006/relationships/slide" Target="/ppt/slides/slide8.xml" Id="R04335ffe731f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f31a028d2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3bc52c923e4062" /><Relationship Type="http://schemas.openxmlformats.org/officeDocument/2006/relationships/notesMaster" Target="/ppt/notesMasters/notesMaster1.xml" Id="Rcef796d264e442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633efa6a214b2f" /><Relationship Type="http://schemas.openxmlformats.org/officeDocument/2006/relationships/notesMaster" Target="/ppt/notesMasters/notesMaster1.xml" Id="R77cd10f3c2a540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fb7e84d7dc4423" /><Relationship Type="http://schemas.openxmlformats.org/officeDocument/2006/relationships/notesMaster" Target="/ppt/notesMasters/notesMaster1.xml" Id="R6782a657cb8d41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fad6ddda374ba5" /><Relationship Type="http://schemas.openxmlformats.org/officeDocument/2006/relationships/notesMaster" Target="/ppt/notesMasters/notesMaster1.xml" Id="Rb727243585594a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19ed7260774efc" /><Relationship Type="http://schemas.openxmlformats.org/officeDocument/2006/relationships/notesMaster" Target="/ppt/notesMasters/notesMaster1.xml" Id="Re095f219955045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5935f478fd4c71" /><Relationship Type="http://schemas.openxmlformats.org/officeDocument/2006/relationships/notesMaster" Target="/ppt/notesMasters/notesMaster1.xml" Id="R98034b44755d48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376729d8f9456c" /><Relationship Type="http://schemas.openxmlformats.org/officeDocument/2006/relationships/notesMaster" Target="/ppt/notesMasters/notesMaster1.xml" Id="R0c38929a2b1345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bb8b01e6cf4abb" /><Relationship Type="http://schemas.openxmlformats.org/officeDocument/2006/relationships/notesMaster" Target="/ppt/notesMasters/notesMaster1.xml" Id="R89aab7ec009548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C:\Users\rhord\.app-store\Downloads\login.png</a:t>
            </a:r>
          </a:p>
          <a:p xmlns:a="http://schemas.openxmlformats.org/drawingml/2006/main">
            <a:r>
              <a:t>- docs/relatorio-final.md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https://github.com/anewillow/rede_social_swiftline/issues/1</a:t>
            </a:r>
          </a:p>
          <a:p xmlns:a="http://schemas.openxmlformats.org/drawingml/2006/main">
            <a:r>
              <a:t>- https://github.com/anewillow/rede_social_swiftline/issues/2</a:t>
            </a:r>
          </a:p>
          <a:p xmlns:a="http://schemas.openxmlformats.org/drawingml/2006/main">
            <a:r>
              <a:t>- https://github.com/anewillow/rede_social_swiftline/issues/3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C:\Users\rhord\OneDrive\Documentos\swiftline - original\docs\images\dependabot-multer-alerta.png</a:t>
            </a:r>
          </a:p>
          <a:p xmlns:a="http://schemas.openxmlformats.org/drawingml/2006/main">
            <a:r>
              <a:t>- https://github.com/anewillow/rede_social_swiftline/issues/1</a:t>
            </a:r>
          </a:p>
          <a:p xmlns:a="http://schemas.openxmlformats.org/drawingml/2006/main">
            <a:r>
              <a:t>- https://github.com/anewillow/rede_social_swiftline/pull/4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C:\Users\rhord\.app-store\Downloads\teste-multer-antes-da-correcao.png</a:t>
            </a:r>
          </a:p>
          <a:p xmlns:a="http://schemas.openxmlformats.org/drawingml/2006/main">
            <a:r>
              <a:t>- C:\Users\rhord\.app-store\Downloads\teste-multer-depois-da-correcao.png</a:t>
            </a:r>
          </a:p>
          <a:p xmlns:a="http://schemas.openxmlformats.org/drawingml/2006/main">
            <a:r>
              <a:t>- tests/multer-version.test.mjs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C:\Users\rhord\AppData\Local\Temp\codex-clipboard-d5bf072e-d86c-4922-a775-189049103d67.png</a:t>
            </a:r>
          </a:p>
          <a:p xmlns:a="http://schemas.openxmlformats.org/drawingml/2006/main">
            <a:r>
              <a:t>- C:\Users\rhord\.app-store\Downloads\codigoperfil.png</a:t>
            </a:r>
          </a:p>
          <a:p xmlns:a="http://schemas.openxmlformats.org/drawingml/2006/main">
            <a:r>
              <a:t>- tests/profile-avatar.test.mjs</a:t>
            </a:r>
          </a:p>
          <a:p xmlns:a="http://schemas.openxmlformats.org/drawingml/2006/main">
            <a:r>
              <a:t>- https://github.com/anewillow/rede_social_swiftline/issues/2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C:\Users\rhord\.app-store\Downloads\teste-perfilcapa-antes-da-correcao.png</a:t>
            </a:r>
          </a:p>
          <a:p xmlns:a="http://schemas.openxmlformats.org/drawingml/2006/main">
            <a:r>
              <a:t>- C:\Users\rhord\.app-store\Downloads\teste-perfilcapa-depois-da-correçao.png</a:t>
            </a:r>
          </a:p>
          <a:p xmlns:a="http://schemas.openxmlformats.org/drawingml/2006/main">
            <a:r>
              <a:t>- tests/profile-cover.test.mjs</a:t>
            </a:r>
          </a:p>
          <a:p xmlns:a="http://schemas.openxmlformats.org/drawingml/2006/main">
            <a:r>
              <a:t>- https://github.com/anewillow/rede_social_swiftline/issues/3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C:\Users\rhord\AppData\Local\Temp\codex-clipboard-57237ddd-5259-4064-93f8-bece85f36d14.png</a:t>
            </a:r>
          </a:p>
          <a:p xmlns:a="http://schemas.openxmlformats.org/drawingml/2006/main">
            <a:r>
              <a:t>- https://github.com/anewillow/rede_social_swiftline/pull/4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C:\Users\rhord\AppData\Local\Temp\codex-clipboard-66ee0c2f-aaa6-4f4d-bf1b-f2daf1c6f93c.png</a:t>
            </a:r>
          </a:p>
          <a:p xmlns:a="http://schemas.openxmlformats.org/drawingml/2006/main">
            <a:r>
              <a:t>- docs/relatorio-final.md</a:t>
            </a:r>
          </a:p>
          <a:p xmlns:a="http://schemas.openxmlformats.org/drawingml/2006/main">
            <a:r>
              <a:t>- commit 2324844 — docs: adiciona seção do Bug 1 ao relatório final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8347275a941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fe73a98cb7486d" /><Relationship Type="http://schemas.openxmlformats.org/officeDocument/2006/relationships/slideLayout" Target="/ppt/slideLayouts/slideLayout1.xml" Id="Rc6646d8945b646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46d8945b646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75f652f7c4fcf" /><Relationship Type="http://schemas.openxmlformats.org/officeDocument/2006/relationships/image" Target="/ppt/media/image.png" Id="R613a89773b844d9f" /><Relationship Type="http://schemas.openxmlformats.org/officeDocument/2006/relationships/notesSlide" Target="/ppt/notesSlides/notesSlide1.xml" Id="R7e52507bf5a142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5a9bd3a9f4a93" /><Relationship Type="http://schemas.openxmlformats.org/officeDocument/2006/relationships/notesSlide" Target="/ppt/notesSlides/notesSlide2.xml" Id="Ra5d475f1ed034c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1e712ef374674" /><Relationship Type="http://schemas.openxmlformats.org/officeDocument/2006/relationships/image" Target="/ppt/media/image2.png" Id="R55c2d77f50974192" /><Relationship Type="http://schemas.openxmlformats.org/officeDocument/2006/relationships/notesSlide" Target="/ppt/notesSlides/notesSlide3.xml" Id="Rf58c914e5d3b43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4a971a2b34514" /><Relationship Type="http://schemas.openxmlformats.org/officeDocument/2006/relationships/image" Target="/ppt/media/image3.png" Id="R4edc0c638b304472" /><Relationship Type="http://schemas.openxmlformats.org/officeDocument/2006/relationships/image" Target="/ppt/media/image4.png" Id="R8c37b265c52741dd" /><Relationship Type="http://schemas.openxmlformats.org/officeDocument/2006/relationships/notesSlide" Target="/ppt/notesSlides/notesSlide4.xml" Id="R13fd0a8d28924a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71957f1a246f2" /><Relationship Type="http://schemas.openxmlformats.org/officeDocument/2006/relationships/image" Target="/ppt/media/image5.png" Id="Rfff4e815f1d14861" /><Relationship Type="http://schemas.openxmlformats.org/officeDocument/2006/relationships/image" Target="/ppt/media/image6.png" Id="Rfe911847742c4d48" /><Relationship Type="http://schemas.openxmlformats.org/officeDocument/2006/relationships/notesSlide" Target="/ppt/notesSlides/notesSlide5.xml" Id="Ra53b25e0e92a49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3056d8dc74ab4" /><Relationship Type="http://schemas.openxmlformats.org/officeDocument/2006/relationships/image" Target="/ppt/media/image7.png" Id="R555862003cb046c9" /><Relationship Type="http://schemas.openxmlformats.org/officeDocument/2006/relationships/image" Target="/ppt/media/image8.png" Id="R104414e7c68d433c" /><Relationship Type="http://schemas.openxmlformats.org/officeDocument/2006/relationships/notesSlide" Target="/ppt/notesSlides/notesSlide6.xml" Id="R866ff9c5e35442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21ae1ad94440c" /><Relationship Type="http://schemas.openxmlformats.org/officeDocument/2006/relationships/image" Target="/ppt/media/image9.png" Id="R472d5066714c407f" /><Relationship Type="http://schemas.openxmlformats.org/officeDocument/2006/relationships/notesSlide" Target="/ppt/notesSlides/notesSlide7.xml" Id="Rbf7e22b9f9e543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4d6d5627f46cf" /><Relationship Type="http://schemas.openxmlformats.org/officeDocument/2006/relationships/image" Target="/ppt/media/image10.png" Id="R2a14977eaee44c40" /><Relationship Type="http://schemas.openxmlformats.org/officeDocument/2006/relationships/notesSlide" Target="/ppt/notesSlides/notesSlide8.xml" Id="R158c1e1fc46f40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E0CF9-84EF-4507-98B6-768A0EC1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23A5A"/>
                </a:solidFill>
              </a:defRPr>
            </a:pPr>
            <a:r>
              <a:rPr sz="1650" b="1">
                <a:solidFill>
                  <a:srgbClr val="B23A5A"/>
                </a:solidFill>
              </a:rPr>
              <a:t>SWIFTLINE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10167-CBC2-4522-98B9-F1D7B7A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171B"/>
                </a:solidFill>
              </a:defRPr>
            </a:pPr>
            <a:r>
              <a:rPr sz="5400" b="1">
                <a:solidFill>
                  <a:srgbClr val="17171B"/>
                </a:solidFill>
              </a:rPr>
              <a:t>Manutenção</a:t>
            </a:r>
          </a:p>
          <a:p xmlns:a="http://schemas.openxmlformats.org/drawingml/2006/main">
            <a:pPr algn="l">
              <a:defRPr sz="5400" b="1">
                <a:solidFill>
                  <a:srgbClr val="17171B"/>
                </a:solidFill>
              </a:defRPr>
            </a:pPr>
            <a:r>
              <a:rPr sz="5400" b="1">
                <a:solidFill>
                  <a:srgbClr val="17171B"/>
                </a:solidFill>
              </a:rPr>
              <a:t>corretiva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FB0EE-61E4-4D63-B25A-0E06E8B2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23A5A"/>
                </a:solidFill>
              </a:defRPr>
            </a:pPr>
            <a:r>
              <a:rPr sz="2400" b="1">
                <a:solidFill>
                  <a:srgbClr val="B23A5A"/>
                </a:solidFill>
              </a:rPr>
              <a:t>Bugs #1, #2 e #3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33DDD-1B14-4AEA-B49D-A999E60E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F"/>
                </a:solidFill>
              </a:defRPr>
            </a:pPr>
            <a:r>
              <a:rPr sz="1800" b="0">
                <a:solidFill>
                  <a:srgbClr val="66666F"/>
                </a:solidFill>
              </a:rPr>
              <a:t>Triagem, testes antes/depois, correções e revisão no 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DB3A9-4083-4E5B-BB43-9A2D970C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F"/>
                </a:solidFill>
              </a:defRPr>
            </a:pPr>
            <a:r>
              <a:rPr sz="1350" b="0">
                <a:solidFill>
                  <a:srgbClr val="66666F"/>
                </a:solidFill>
              </a:rPr>
              <a:t>Equipe: anewillow · Lukarelly · victoriaalves21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F2D01-AA6B-431E-AA48-86666E4A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"/>
            <a:ext cx="5543550" cy="588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9525">
            <a:solidFill>
              <a:srgbClr val="C9C9CE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a89773b844d9f"/>
          <a:stretch xmlns:a="http://schemas.openxmlformats.org/drawingml/2006/main"/>
        </p:blipFill>
        <p:spPr>
          <a:xfrm xmlns:a="http://schemas.openxmlformats.org/drawingml/2006/main">
            <a:off x="6191250" y="2017320"/>
            <a:ext cx="5467350" cy="25757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66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326EE-7378-4364-95F6-823BF072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B"/>
                </a:solidFill>
              </a:defRPr>
            </a:pPr>
            <a:r>
              <a:rPr sz="3600" b="1">
                <a:solidFill>
                  <a:srgbClr val="17171B"/>
                </a:solidFill>
              </a:rPr>
              <a:t>Três bugs foram tratados em branches separadas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0B99B-C465-48FA-AE9B-231EE848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8247A-6213-4875-9D42-DBD86595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F"/>
                </a:solidFill>
              </a:defRPr>
            </a:pPr>
            <a:r>
              <a:rPr sz="1050" b="0">
                <a:solidFill>
                  <a:srgbClr val="66666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59C45-A249-469D-BE08-E51822A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666F"/>
                </a:solidFill>
              </a:defRPr>
            </a:pPr>
            <a:r>
              <a:rPr sz="1425" b="1">
                <a:solidFill>
                  <a:srgbClr val="66666F"/>
                </a:solidFill>
              </a:rPr>
              <a:t>BUG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403F4-0F5E-4575-BD61-3431C306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666F"/>
                </a:solidFill>
              </a:defRPr>
            </a:pPr>
            <a:r>
              <a:rPr sz="1425" b="1">
                <a:solidFill>
                  <a:srgbClr val="66666F"/>
                </a:solidFill>
              </a:rPr>
              <a:t>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0CF50-F02D-4CCA-A2C8-E2585803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666F"/>
                </a:solidFill>
              </a:defRPr>
            </a:pPr>
            <a:r>
              <a:rPr sz="1425" b="1">
                <a:solidFill>
                  <a:srgbClr val="66666F"/>
                </a:solidFill>
              </a:rPr>
              <a:t>SEVERIDADE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61675-7C40-4E1D-B155-4A334194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666F"/>
                </a:solidFill>
              </a:defRPr>
            </a:pPr>
            <a:r>
              <a:rPr sz="1425" b="1">
                <a:solidFill>
                  <a:srgbClr val="66666F"/>
                </a:solidFill>
              </a:rPr>
              <a:t>RESPONSÁVEL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31316-E0CC-430E-881D-C08C0192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8C779-2EA8-4417-A2A5-8C8F8A38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B"/>
                </a:solidFill>
              </a:defRPr>
            </a:pPr>
            <a:r>
              <a:rPr sz="1650" b="1">
                <a:solidFill>
                  <a:srgbClr val="17171B"/>
                </a:solidFill>
              </a:rPr>
              <a:t>#1  Multer vulnerável a 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90FDC-058B-479B-B1D5-C2723F6F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Segurança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67F73-6DDC-494C-B897-80F94B0A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Alta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C4E46-7C5A-4A09-8B41-AAEE3A18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anewillow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E0869-E4A6-4F90-BAB3-68236286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31255-3090-42A4-8D10-8E19084C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B"/>
                </a:solidFill>
              </a:defRPr>
            </a:pPr>
            <a:r>
              <a:rPr sz="1650" b="1">
                <a:solidFill>
                  <a:srgbClr val="17171B"/>
                </a:solidFill>
              </a:rPr>
              <a:t>#2  Foto de perfil não salva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578FE-B8DE-45E4-A9C5-62ADD370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Lógica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9E2C6-5CCC-4072-B178-76B2C4D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Média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6D6AF-4AE6-4F7A-9331-0E0D30C5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Lukarelly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B3D53-9193-4F70-8691-D4FB4703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6CCE2-10E8-4C34-BB1A-EF068237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B"/>
                </a:solidFill>
              </a:defRPr>
            </a:pPr>
            <a:r>
              <a:rPr sz="1650" b="1">
                <a:solidFill>
                  <a:srgbClr val="17171B"/>
                </a:solidFill>
              </a:rPr>
              <a:t>#3  Imagem de capa não salva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0BEDE-15EC-455B-AE01-65A14266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Lógica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061BC-CCAE-4403-BDF9-8CFA258B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Média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291BD-3CEE-4D0A-9A7C-7855A6B5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victoriaalves21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A3334-A5FF-4D40-8028-C466DF05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F0714-5E98-4DD4-B4C7-3FF9D9E9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23A5A"/>
                </a:solidFill>
              </a:defRPr>
            </a:pPr>
            <a:r>
              <a:rPr sz="1800" b="1">
                <a:solidFill>
                  <a:srgbClr val="B23A5A"/>
                </a:solidFill>
              </a:rPr>
              <a:t>Método comum: issue → triagem → teste falhando → correção → teste passando → PR e revisão.</a:t>
            </a:r>
          </a:p>
        </p:txBody>
      </p:sp>
    </p:spTree>
    <p:extLst>
      <p:ext uri="{BB962C8B-B14F-4D97-AF65-F5344CB8AC3E}">
        <p14:creationId xmlns:p14="http://schemas.microsoft.com/office/powerpoint/2010/main" val="1953838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65409-5DA2-46C3-B0EB-23E8F55F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B"/>
                </a:solidFill>
              </a:defRPr>
            </a:pPr>
            <a:r>
              <a:rPr sz="3600" b="1">
                <a:solidFill>
                  <a:srgbClr val="17171B"/>
                </a:solidFill>
              </a:rPr>
              <a:t>Bug #1: a versão vulnerável do Multer foi atualizada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178DA-BB53-4A5F-AC13-E446C6D6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136B1-5151-4903-94F1-CD118259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F"/>
                </a:solidFill>
              </a:defRPr>
            </a:pPr>
            <a:r>
              <a:rPr sz="1050" b="0">
                <a:solidFill>
                  <a:srgbClr val="66666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B8FD8-FAE9-4470-97AF-FAD32173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68389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9525">
            <a:solidFill>
              <a:srgbClr val="C9C9CE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2d77f50974192"/>
          <a:stretch xmlns:a="http://schemas.openxmlformats.org/drawingml/2006/main"/>
        </p:blipFill>
        <p:spPr>
          <a:xfrm xmlns:a="http://schemas.openxmlformats.org/drawingml/2006/main">
            <a:off x="533400" y="1689558"/>
            <a:ext cx="6762750" cy="387893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75010-181E-454D-9838-3CD111E8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B42318"/>
                </a:solidFill>
              </a:defRPr>
            </a:pPr>
            <a:r>
              <a:rPr sz="4800" b="1">
                <a:solidFill>
                  <a:srgbClr val="B42318"/>
                </a:solidFill>
              </a:rPr>
              <a:t>2.0.2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020A9-BADE-4F7D-ABFD-9007C54F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F"/>
                </a:solidFill>
              </a:defRPr>
            </a:pPr>
            <a:r>
              <a:rPr sz="1650" b="0">
                <a:solidFill>
                  <a:srgbClr val="66666F"/>
                </a:solidFill>
              </a:rPr>
              <a:t>versão encontrada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084E9-9425-4A7C-8160-0A5E76BE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2720C-E90C-4B0D-BDE1-2B4960DF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57A43"/>
                </a:solidFill>
              </a:defRPr>
            </a:pPr>
            <a:r>
              <a:rPr sz="4800" b="1">
                <a:solidFill>
                  <a:srgbClr val="157A43"/>
                </a:solidFill>
              </a:rPr>
              <a:t>2.2.0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5B4BC-8475-4DF2-B478-32BD18C2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F"/>
                </a:solidFill>
              </a:defRPr>
            </a:pPr>
            <a:r>
              <a:rPr sz="1650" b="0">
                <a:solidFill>
                  <a:srgbClr val="66666F"/>
                </a:solidFill>
              </a:rPr>
              <a:t>versão corrigida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774C6-1E00-4D1E-8A6C-623506B5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B"/>
                </a:solidFill>
              </a:defRPr>
            </a:pPr>
            <a:r>
              <a:rPr sz="1800" b="1">
                <a:solidFill>
                  <a:srgbClr val="17171B"/>
                </a:solidFill>
              </a:rPr>
              <a:t>Commit 2ec7891</a:t>
            </a:r>
          </a:p>
          <a:p xmlns:a="http://schemas.openxmlformats.org/drawingml/2006/main">
            <a:pPr algn="l">
              <a:defRPr sz="1800" b="1">
                <a:solidFill>
                  <a:srgbClr val="17171B"/>
                </a:solidFill>
              </a:defRPr>
            </a:pPr>
            <a:r>
              <a:rPr sz="1800" b="1">
                <a:solidFill>
                  <a:srgbClr val="17171B"/>
                </a:solidFill>
              </a:rPr>
              <a:t>PR #4 · Fixes #1</a:t>
            </a:r>
          </a:p>
        </p:txBody>
      </p:sp>
    </p:spTree>
    <p:extLst>
      <p:ext uri="{BB962C8B-B14F-4D97-AF65-F5344CB8AC3E}">
        <p14:creationId xmlns:p14="http://schemas.microsoft.com/office/powerpoint/2010/main" val="1760380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FAE0D-A40E-4A6F-A347-568F999C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B"/>
                </a:solidFill>
              </a:defRPr>
            </a:pPr>
            <a:r>
              <a:rPr sz="3600" b="1">
                <a:solidFill>
                  <a:srgbClr val="17171B"/>
                </a:solidFill>
              </a:rPr>
              <a:t>O teste do Bug #1 passou após a atualização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08838-9276-4F1A-9707-1D4267E1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25A65-8852-4ABA-9186-78B1CCD4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F"/>
                </a:solidFill>
              </a:defRPr>
            </a:pPr>
            <a:r>
              <a:rPr sz="1050" b="0">
                <a:solidFill>
                  <a:srgbClr val="66666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096C7-8A7C-449C-94E6-4747678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30DEC-633E-49CC-9039-6D13C3AE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ANTES · pass 0 / fail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25E91-5998-41CF-B934-92AE2534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EAF7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CB41C-7F75-42C0-8FEE-23C982A6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71625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7A43"/>
                </a:solidFill>
              </a:defRPr>
            </a:pPr>
            <a:r>
              <a:rPr sz="1650" b="1">
                <a:solidFill>
                  <a:srgbClr val="157A43"/>
                </a:solidFill>
              </a:rPr>
              <a:t>DEPOIS · pass 1 / fail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CA52B-B31C-4A0F-BD41-B5BC4933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53149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9525">
            <a:solidFill>
              <a:srgbClr val="C9C9CE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c0c638b304472"/>
          <a:stretch xmlns:a="http://schemas.openxmlformats.org/drawingml/2006/main"/>
        </p:blipFill>
        <p:spPr>
          <a:xfrm xmlns:a="http://schemas.openxmlformats.org/drawingml/2006/main">
            <a:off x="533400" y="2429964"/>
            <a:ext cx="5238750" cy="272197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67092-5CB9-4D02-BFD8-1F1B2336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3149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9525">
            <a:solidFill>
              <a:srgbClr val="C9C9C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7b265c52741dd"/>
          <a:stretch xmlns:a="http://schemas.openxmlformats.org/drawingml/2006/main"/>
        </p:blipFill>
        <p:spPr>
          <a:xfrm xmlns:a="http://schemas.openxmlformats.org/drawingml/2006/main">
            <a:off x="6419850" y="2424189"/>
            <a:ext cx="5238750" cy="273352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917C7-A228-44AD-9240-4AFF97B9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B"/>
                </a:solidFill>
              </a:defRPr>
            </a:pPr>
            <a:r>
              <a:rPr sz="1800" b="1">
                <a:solidFill>
                  <a:srgbClr val="17171B"/>
                </a:solidFill>
              </a:rPr>
              <a:t>O mesmo teste automatizado comprovou a falha e confirmou a correção.</a:t>
            </a:r>
          </a:p>
        </p:txBody>
      </p:sp>
    </p:spTree>
    <p:extLst>
      <p:ext uri="{BB962C8B-B14F-4D97-AF65-F5344CB8AC3E}">
        <p14:creationId xmlns:p14="http://schemas.microsoft.com/office/powerpoint/2010/main" val="995987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4BC5A-6935-432E-9292-126BC567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B"/>
                </a:solidFill>
              </a:defRPr>
            </a:pPr>
            <a:r>
              <a:rPr sz="3600" b="1">
                <a:solidFill>
                  <a:srgbClr val="17171B"/>
                </a:solidFill>
              </a:rPr>
              <a:t>Bug #2: o backend passou a aceitar a foto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9CA97-AFDF-4996-ACFE-7898BE5C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BCBE7-943F-4903-8663-F8294ADE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F"/>
                </a:solidFill>
              </a:defRPr>
            </a:pPr>
            <a:r>
              <a:rPr sz="1050" b="0">
                <a:solidFill>
                  <a:srgbClr val="66666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22FD6-9004-4BA5-82D6-7382298D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CD4A2-E65D-4B34-B499-58739E62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06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ANTES · Data URL rejeitada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1A241-8243-4300-83FA-6BDFB185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C"/>
          </a:solidFill>
          <a:ln xmlns:a="http://schemas.openxmlformats.org/drawingml/2006/main" w="9525">
            <a:solidFill>
              <a:srgbClr val="F7E8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6731E-C51E-431E-8911-2AC22332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71625"/>
            <a:ext cx="506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23A5A"/>
                </a:solidFill>
              </a:defRPr>
            </a:pPr>
            <a:r>
              <a:rPr sz="1650" b="1">
                <a:solidFill>
                  <a:srgbClr val="B23A5A"/>
                </a:solidFill>
              </a:rPr>
              <a:t>CAUSA · validação antiga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83DCB-F0F7-473B-8D5C-D02E43F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5410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9525">
            <a:solidFill>
              <a:srgbClr val="C9C9C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4e815f1d14861"/>
          <a:stretch xmlns:a="http://schemas.openxmlformats.org/drawingml/2006/main"/>
        </p:blipFill>
        <p:spPr>
          <a:xfrm xmlns:a="http://schemas.openxmlformats.org/drawingml/2006/main">
            <a:off x="533400" y="2411507"/>
            <a:ext cx="5334000" cy="190163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387DB-638D-48DB-A8B8-3BE1491F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410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9525">
            <a:solidFill>
              <a:srgbClr val="C9C9CE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11847742c4d48"/>
          <a:stretch xmlns:a="http://schemas.openxmlformats.org/drawingml/2006/main"/>
        </p:blipFill>
        <p:spPr>
          <a:xfrm xmlns:a="http://schemas.openxmlformats.org/drawingml/2006/main">
            <a:off x="6324600" y="2318459"/>
            <a:ext cx="5334000" cy="132573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CE1E4-2775-4BAC-904E-2B5E32A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B"/>
                </a:solidFill>
              </a:defRPr>
            </a:pPr>
            <a:r>
              <a:rPr sz="2250" b="1">
                <a:solidFill>
                  <a:srgbClr val="17171B"/>
                </a:solidFill>
              </a:rPr>
              <a:t>Ajustes realizados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3E18F-918D-4ED4-B16A-6D7B7832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482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• aceitar imagem em Data URL</a:t>
            </a:r>
          </a:p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• armazenar avatar como TEXT</a:t>
            </a:r>
          </a:p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• criar migration e teste automatizado</a:t>
            </a:r>
          </a:p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• validar o TypeScript sem erros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AE259-86BD-4CE3-A27D-EB2CDAA8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23A5A"/>
                </a:solidFill>
              </a:defRPr>
            </a:pPr>
            <a:r>
              <a:rPr sz="1575" b="1">
                <a:solidFill>
                  <a:srgbClr val="B23A5A"/>
                </a:solidFill>
              </a:rPr>
              <a:t>Branch: fix/issue-2-salvar-foto-perfil</a:t>
            </a:r>
          </a:p>
        </p:txBody>
      </p:sp>
    </p:spTree>
    <p:extLst>
      <p:ext uri="{BB962C8B-B14F-4D97-AF65-F5344CB8AC3E}">
        <p14:creationId xmlns:p14="http://schemas.microsoft.com/office/powerpoint/2010/main" val="1792144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39DB6-1991-40C4-8177-C86A5F4F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B"/>
                </a:solidFill>
              </a:defRPr>
            </a:pPr>
            <a:r>
              <a:rPr sz="3600" b="1">
                <a:solidFill>
                  <a:srgbClr val="17171B"/>
                </a:solidFill>
              </a:rPr>
              <a:t>Bug #3: a imagem de capa passou a ser salva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53DAF-C8B2-4F68-806B-11D59782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64EA7-13BF-442A-8571-6F628367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F"/>
                </a:solidFill>
              </a:defRPr>
            </a:pPr>
            <a:r>
              <a:rPr sz="1050" b="0">
                <a:solidFill>
                  <a:srgbClr val="66666F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ABAC9-6271-474F-91B9-630C2A8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634CE-2903-4904-B07A-EE48CFE3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ANTES · campo cover ausente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579A8-E673-4A54-AE82-6A6A82C7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EAF7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7E76D-9E4F-43D8-A0E9-8AF54526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71625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7A43"/>
                </a:solidFill>
              </a:defRPr>
            </a:pPr>
            <a:r>
              <a:rPr sz="1650" b="1">
                <a:solidFill>
                  <a:srgbClr val="157A43"/>
                </a:solidFill>
              </a:rPr>
              <a:t>DEPOIS · pass 1 / fail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BF5A6-F3A2-4308-BBF4-D3297BBB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53149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9525">
            <a:solidFill>
              <a:srgbClr val="C9C9CE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862003cb046c9"/>
          <a:stretch xmlns:a="http://schemas.openxmlformats.org/drawingml/2006/main"/>
        </p:blipFill>
        <p:spPr>
          <a:xfrm xmlns:a="http://schemas.openxmlformats.org/drawingml/2006/main">
            <a:off x="533400" y="2620387"/>
            <a:ext cx="5238750" cy="234112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01A2C-F805-42D3-8F64-0C42BDEC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3149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9525">
            <a:solidFill>
              <a:srgbClr val="C9C9C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414e7c68d433c"/>
          <a:stretch xmlns:a="http://schemas.openxmlformats.org/drawingml/2006/main"/>
        </p:blipFill>
        <p:spPr>
          <a:xfrm xmlns:a="http://schemas.openxmlformats.org/drawingml/2006/main">
            <a:off x="6419850" y="3012414"/>
            <a:ext cx="5238750" cy="155707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22102-EE37-429D-8A03-C922AC17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B"/>
                </a:solidFill>
              </a:defRPr>
            </a:pPr>
            <a:r>
              <a:rPr sz="1800" b="1">
                <a:solidFill>
                  <a:srgbClr val="17171B"/>
                </a:solidFill>
              </a:rPr>
              <a:t>Modelo User + rota de perfil + migration · commit 05a6eed</a:t>
            </a:r>
          </a:p>
        </p:txBody>
      </p:sp>
    </p:spTree>
    <p:extLst>
      <p:ext uri="{BB962C8B-B14F-4D97-AF65-F5344CB8AC3E}">
        <p14:creationId xmlns:p14="http://schemas.microsoft.com/office/powerpoint/2010/main" val="1435749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D11DF-F6F9-4CEE-B455-902A0055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B"/>
                </a:solidFill>
              </a:defRPr>
            </a:pPr>
            <a:r>
              <a:rPr sz="3600" b="1">
                <a:solidFill>
                  <a:srgbClr val="17171B"/>
                </a:solidFill>
              </a:rPr>
              <a:t>O PR recebeu aprovação e não teve conflitos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EFD72-7EAF-451F-9B4E-5DC1B812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BCCAD-93FE-4C36-AA10-E9171238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F"/>
                </a:solidFill>
              </a:defRPr>
            </a:pPr>
            <a:r>
              <a:rPr sz="1050" b="0">
                <a:solidFill>
                  <a:srgbClr val="66666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4CD64-A112-4B94-9958-38B723A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7315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9525">
            <a:solidFill>
              <a:srgbClr val="C9C9CE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d5066714c407f"/>
          <a:stretch xmlns:a="http://schemas.openxmlformats.org/drawingml/2006/main"/>
        </p:blipFill>
        <p:spPr>
          <a:xfrm xmlns:a="http://schemas.openxmlformats.org/drawingml/2006/main">
            <a:off x="898127" y="1581150"/>
            <a:ext cx="6509546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77EFE-0B61-4380-A28C-E9FDA4C6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7A43"/>
                </a:solidFill>
              </a:defRPr>
            </a:pPr>
            <a:r>
              <a:rPr sz="3000" b="1">
                <a:solidFill>
                  <a:srgbClr val="157A43"/>
                </a:solidFill>
              </a:rPr>
              <a:t>1 aprovação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E7C72-BE8C-456B-869B-1CC0D1EA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B"/>
                </a:solidFill>
              </a:defRPr>
            </a:pPr>
            <a:r>
              <a:rPr sz="1800" b="0">
                <a:solidFill>
                  <a:srgbClr val="17171B"/>
                </a:solidFill>
              </a:rPr>
              <a:t>Comentário técnico em Files changed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ABDA2-0D39-4C45-888C-23FEBFEE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09B18-EA7F-4B9E-BE02-81B6131B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B"/>
                </a:solidFill>
              </a:defRPr>
            </a:pPr>
            <a:r>
              <a:rPr sz="2700" b="1">
                <a:solidFill>
                  <a:srgbClr val="17171B"/>
                </a:solidFill>
              </a:rPr>
              <a:t>Sem conflitos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A6F8A-2DD8-4631-B232-1E63D7D7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F"/>
                </a:solidFill>
              </a:defRPr>
            </a:pPr>
            <a:r>
              <a:rPr sz="1725" b="0">
                <a:solidFill>
                  <a:srgbClr val="66666F"/>
                </a:solidFill>
              </a:rPr>
              <a:t>Merge disponível após as verificações do GitHub.</a:t>
            </a:r>
          </a:p>
        </p:txBody>
      </p:sp>
    </p:spTree>
    <p:extLst>
      <p:ext uri="{BB962C8B-B14F-4D97-AF65-F5344CB8AC3E}">
        <p14:creationId xmlns:p14="http://schemas.microsoft.com/office/powerpoint/2010/main" val="2050516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0BD34-9706-4DA7-B8AE-E548A387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B"/>
                </a:solidFill>
              </a:defRPr>
            </a:pPr>
            <a:r>
              <a:rPr sz="3600" b="1">
                <a:solidFill>
                  <a:srgbClr val="17171B"/>
                </a:solidFill>
              </a:rPr>
              <a:t>As evidências foram reunidas no relatório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A1CBB-6F95-4CE8-833A-ACC6B662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A2ECE-8BA8-4BBC-B760-06407354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F"/>
                </a:solidFill>
              </a:defRPr>
            </a:pPr>
            <a:r>
              <a:rPr sz="1050" b="0">
                <a:solidFill>
                  <a:srgbClr val="66666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503CB-A854-43B7-B443-B5C487E4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6743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9525">
            <a:solidFill>
              <a:srgbClr val="C9C9CE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4977eaee44c40"/>
          <a:stretch xmlns:a="http://schemas.openxmlformats.org/drawingml/2006/main"/>
        </p:blipFill>
        <p:spPr>
          <a:xfrm xmlns:a="http://schemas.openxmlformats.org/drawingml/2006/main">
            <a:off x="1196386" y="1581150"/>
            <a:ext cx="5341527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8BAF2-CE85-4DB5-A03D-B7107260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526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23A5A"/>
                </a:solidFill>
              </a:defRPr>
            </a:pPr>
            <a:r>
              <a:rPr sz="2250" b="1">
                <a:solidFill>
                  <a:srgbClr val="B23A5A"/>
                </a:solidFill>
              </a:rPr>
              <a:t>docs/relatorio-final.md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956FA-FAFF-49D9-9A8C-6D4686F8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B"/>
                </a:solidFill>
              </a:defRPr>
            </a:pPr>
            <a:r>
              <a:rPr sz="1950" b="1">
                <a:solidFill>
                  <a:srgbClr val="17171B"/>
                </a:solidFill>
              </a:rPr>
              <a:t>O documento reúne: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77CE4-9129-47D5-8F84-E7199048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• descrição do Swiftline</a:t>
            </a:r>
          </a:p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• classificação dos três bugs</a:t>
            </a:r>
          </a:p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• links de issues, commits e PRs</a:t>
            </a:r>
          </a:p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• testes antes e depois</a:t>
            </a:r>
          </a:p>
          <a:p xmlns:a="http://schemas.openxmlformats.org/drawingml/2006/main">
            <a:pPr algn="l">
              <a:defRPr sz="1650" b="0">
                <a:solidFill>
                  <a:srgbClr val="17171B"/>
                </a:solidFill>
              </a:defRPr>
            </a:pPr>
            <a:r>
              <a:rPr sz="1650" b="0">
                <a:solidFill>
                  <a:srgbClr val="17171B"/>
                </a:solidFill>
              </a:rPr>
              <a:t>• situação atual e pendências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729D0-8375-4F0B-8511-F64A6E2E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863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B"/>
                </a:solidFill>
              </a:defRPr>
            </a:pPr>
            <a:r>
              <a:rPr sz="1725" b="1">
                <a:solidFill>
                  <a:srgbClr val="17171B"/>
                </a:solidFill>
              </a:rPr>
              <a:t>Próximo passo: concluir os merges e atualizar os links finais.</a:t>
            </a:r>
          </a:p>
        </p:txBody>
      </p:sp>
    </p:spTree>
    <p:extLst>
      <p:ext uri="{BB962C8B-B14F-4D97-AF65-F5344CB8AC3E}">
        <p14:creationId xmlns:p14="http://schemas.microsoft.com/office/powerpoint/2010/main" val="107184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2026-08-31T16:37:30.7090000Z</dcterms:created>
  <dcterms:modified xsi:type="dcterms:W3CDTF">2026-08-31T16:37:30.7090000Z</dcterms:modified>
</coreProperties>
</file>